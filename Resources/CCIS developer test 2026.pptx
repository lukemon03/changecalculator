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2B96"/>
    <a:srgbClr val="642579"/>
    <a:srgbClr val="3F6EB2"/>
    <a:srgbClr val="B92E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vey, James" userId="59bf72cf-43f2-40da-9678-6785aa59a99b" providerId="ADAL" clId="{6C4CC47A-1A45-4C39-B71D-377B29E66BD1}"/>
    <pc:docChg chg="modSld">
      <pc:chgData name="Harvey, James" userId="59bf72cf-43f2-40da-9678-6785aa59a99b" providerId="ADAL" clId="{6C4CC47A-1A45-4C39-B71D-377B29E66BD1}" dt="2026-02-28T19:28:05.291" v="128" actId="20577"/>
      <pc:docMkLst>
        <pc:docMk/>
      </pc:docMkLst>
      <pc:sldChg chg="modSp mod">
        <pc:chgData name="Harvey, James" userId="59bf72cf-43f2-40da-9678-6785aa59a99b" providerId="ADAL" clId="{6C4CC47A-1A45-4C39-B71D-377B29E66BD1}" dt="2026-02-28T19:28:05.291" v="128" actId="20577"/>
        <pc:sldMkLst>
          <pc:docMk/>
          <pc:sldMk cId="1571700938" sldId="256"/>
        </pc:sldMkLst>
        <pc:spChg chg="mod">
          <ac:chgData name="Harvey, James" userId="59bf72cf-43f2-40da-9678-6785aa59a99b" providerId="ADAL" clId="{6C4CC47A-1A45-4C39-B71D-377B29E66BD1}" dt="2026-02-28T19:28:05.291" v="128" actId="20577"/>
          <ac:spMkLst>
            <pc:docMk/>
            <pc:sldMk cId="1571700938" sldId="256"/>
            <ac:spMk id="13" creationId="{5977F04D-4E6E-FE47-9777-4A240D7FF13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9172B-7397-0742-9003-F2940C16E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7CA81-927E-494B-B0D2-19B577324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116F7-4F48-8640-A62F-487201D8C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5CCF-3B61-694D-90FF-B4EABFCE31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6F299-2CF7-4048-91A1-D4CD3A78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96002-9041-C84F-8BA6-064FC483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3693-F234-5742-A77F-BA369C875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94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60882-3891-7540-A7D6-43F334E4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1B424-F485-BD47-A8D8-854766D0A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633AF-C194-E843-9E24-38014E82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5CCF-3B61-694D-90FF-B4EABFCE31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A6742-482E-934F-95D1-CA3291A0E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1C541-2EEE-F244-8A37-6DA2155B3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3693-F234-5742-A77F-BA369C875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89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B8A68-69E9-024C-9804-F7FDDED8A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B61B5-D812-7743-9E39-3103F883B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C8DDE-77FB-2543-96B8-294B8F8C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5CCF-3B61-694D-90FF-B4EABFCE31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5168A-5F8B-C149-86C8-73C103B9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D4A3C-48A5-4A4F-BF0B-390D2BDF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3693-F234-5742-A77F-BA369C875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6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30F8-D4DB-764E-A717-691FC8E9E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02CDA-3701-564B-AE0A-383723E92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25770-B847-5145-95B8-041013D05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3B0F2-FE4A-5F4A-939E-3B1A71830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5CCF-3B61-694D-90FF-B4EABFCE31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7D43C-CFC2-804B-A631-F7C451E2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11D6F-EDD4-D447-BD25-4145812C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3693-F234-5742-A77F-BA369C875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9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4E983-908B-6B40-B28C-3C162A0F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900D3-D528-4142-B697-7FB049D3E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094C1-4EF3-0A48-AFA0-9C53E58C4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3E9BB-7E69-EF49-A2A8-9AF1721BC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9FAFD-72DF-F54E-98CA-FFA1E4C1D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AB0DF-D1AB-AF46-A5AB-1C39238C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5CCF-3B61-694D-90FF-B4EABFCE31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F8F1F-24FC-9E46-9B8F-87C93CA9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3BAF18-6978-B949-8F9C-C8F2A82F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3693-F234-5742-A77F-BA369C875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4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D693-7CBB-7047-9147-23D6CA78D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5AF9E-36FE-A845-8E9A-FF2B6AD40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5CCF-3B61-694D-90FF-B4EABFCE31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197CE-CB05-1A41-A1E5-04EE052A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250DB-46DF-D342-8750-21A9E13E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3693-F234-5742-A77F-BA369C875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4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CC9822-B6AE-674F-95B3-3F2D264F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5CCF-3B61-694D-90FF-B4EABFCE31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40FA2-7915-1A41-A7B4-0F6EA63B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FDCA9-6527-5041-A7B0-CC6C3F021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3693-F234-5742-A77F-BA369C875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18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1811-F447-654C-A845-2031A3384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BD208-BC6E-FE4D-9867-823A36A0A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DAAD4-BCC7-064D-B70D-25CEAC9EF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E8361-529F-764D-9AAF-FB87AE0D2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5CCF-3B61-694D-90FF-B4EABFCE31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EC0E2-100F-2C41-ABF7-A6C2735E6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8ECEE-14F8-0C40-B89E-21C06E3C6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3693-F234-5742-A77F-BA369C875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92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80F37-A3A8-8E40-8AB6-996E963AD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376ABA-F927-EC40-9E45-4619099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6B8815-AE91-F84F-810A-E1D1AC0CB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F04A4-085F-DB4D-9566-0B4FA16B0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5CCF-3B61-694D-90FF-B4EABFCE31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FD7D1-F1FE-324D-84F4-AF9952845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1E019-07E0-4947-97F6-96D103C7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3693-F234-5742-A77F-BA369C875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B11C-C0D8-884A-8E57-28D675D8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99D5F-8BA5-5F40-B68C-0912459FF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F083F-8E98-634E-AC4E-51A16FD99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5CCF-3B61-694D-90FF-B4EABFCE31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369DA-A87E-464A-B820-F31B56E5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C987C-0726-CF48-8769-79404A257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3693-F234-5742-A77F-BA369C875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57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C3A641-30FE-FA47-B7CF-E1731CE6D2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B4DD7-967C-114F-B4B3-90F767E54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86314-615B-A14B-805F-3F558CBF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5CCF-3B61-694D-90FF-B4EABFCE31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A8B1C-5F1D-7F43-AC6A-CEC9E0439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DAA4A-F600-334B-A336-57C0CA93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3693-F234-5742-A77F-BA369C875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94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82DE0-63C5-804F-BC4B-38D96E7C0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4F5B4-89D8-684C-A031-BCDCBB0F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8C1BB-4A22-F24B-B5C7-0062656D60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A5CCF-3B61-694D-90FF-B4EABFCE31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B4A65-3E5F-D045-BD9A-62A992096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FFC54-EB45-D042-812D-7F3E0BACE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03693-F234-5742-A77F-BA369C875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9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DB1349F-5E1F-0444-B5DD-4F7B25244EEF}"/>
              </a:ext>
            </a:extLst>
          </p:cNvPr>
          <p:cNvSpPr/>
          <p:nvPr/>
        </p:nvSpPr>
        <p:spPr>
          <a:xfrm>
            <a:off x="331144" y="1626476"/>
            <a:ext cx="4985362" cy="3205655"/>
          </a:xfrm>
          <a:prstGeom prst="roundRect">
            <a:avLst>
              <a:gd name="adj" fmla="val 9454"/>
            </a:avLst>
          </a:prstGeom>
          <a:solidFill>
            <a:srgbClr val="B92E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bg1"/>
                </a:solidFill>
              </a:rPr>
              <a:t>Create an application that will, given a UK currency amount and the purchase price of a product, display the change to be returned split down by denomination, largest first. </a:t>
            </a:r>
          </a:p>
          <a:p>
            <a:r>
              <a:rPr lang="en-GB" sz="1400" b="1" i="1" dirty="0">
                <a:solidFill>
                  <a:schemeClr val="bg1"/>
                </a:solidFill>
              </a:rPr>
              <a:t> </a:t>
            </a:r>
            <a:endParaRPr lang="en-GB" sz="1400" dirty="0">
              <a:solidFill>
                <a:schemeClr val="bg1"/>
              </a:solidFill>
            </a:endParaRPr>
          </a:p>
          <a:p>
            <a:r>
              <a:rPr lang="en-GB" sz="1400" b="1" i="1" dirty="0">
                <a:solidFill>
                  <a:schemeClr val="bg1"/>
                </a:solidFill>
              </a:rPr>
              <a:t>Example: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GB" sz="1400" dirty="0">
                <a:solidFill>
                  <a:schemeClr val="bg1"/>
                </a:solidFill>
              </a:rPr>
              <a:t>Given £20 and a product price of £5.50, the application will output: </a:t>
            </a:r>
          </a:p>
          <a:p>
            <a:pPr lvl="1"/>
            <a:r>
              <a:rPr lang="en-GB" sz="1400" dirty="0">
                <a:solidFill>
                  <a:schemeClr val="bg1"/>
                </a:solidFill>
              </a:rPr>
              <a:t> </a:t>
            </a:r>
          </a:p>
          <a:p>
            <a:pPr lvl="1"/>
            <a:r>
              <a:rPr lang="en-GB" sz="1400" dirty="0">
                <a:solidFill>
                  <a:schemeClr val="bg1"/>
                </a:solidFill>
              </a:rPr>
              <a:t>Your change is:</a:t>
            </a:r>
          </a:p>
          <a:p>
            <a:pPr lvl="1"/>
            <a:r>
              <a:rPr lang="en-GB" sz="1400" dirty="0">
                <a:solidFill>
                  <a:schemeClr val="bg1"/>
                </a:solidFill>
              </a:rPr>
              <a:t>1 x £10</a:t>
            </a:r>
          </a:p>
          <a:p>
            <a:pPr lvl="1"/>
            <a:r>
              <a:rPr lang="en-GB" sz="1400" dirty="0">
                <a:solidFill>
                  <a:schemeClr val="bg1"/>
                </a:solidFill>
              </a:rPr>
              <a:t>2 x £2</a:t>
            </a:r>
          </a:p>
          <a:p>
            <a:pPr lvl="1"/>
            <a:r>
              <a:rPr lang="en-GB" sz="1400" dirty="0">
                <a:solidFill>
                  <a:schemeClr val="bg1"/>
                </a:solidFill>
              </a:rPr>
              <a:t>1 x 50p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6D5E407-8985-294B-815A-DD948E35453E}"/>
              </a:ext>
            </a:extLst>
          </p:cNvPr>
          <p:cNvSpPr/>
          <p:nvPr/>
        </p:nvSpPr>
        <p:spPr>
          <a:xfrm>
            <a:off x="6875494" y="1617062"/>
            <a:ext cx="4985362" cy="3205655"/>
          </a:xfrm>
          <a:prstGeom prst="roundRect">
            <a:avLst>
              <a:gd name="adj" fmla="val 9454"/>
            </a:avLst>
          </a:prstGeom>
          <a:solidFill>
            <a:srgbClr val="3F6E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/>
              <a:t>Create an application that accepts a date in dd/mm/</a:t>
            </a:r>
            <a:r>
              <a:rPr lang="en-GB" sz="1400" dirty="0" err="1"/>
              <a:t>yyyy</a:t>
            </a:r>
            <a:r>
              <a:rPr lang="en-GB" sz="1400" dirty="0"/>
              <a:t> format along with a number of days to add to that date. </a:t>
            </a:r>
          </a:p>
          <a:p>
            <a:r>
              <a:rPr lang="en-GB" sz="1400" dirty="0"/>
              <a:t> </a:t>
            </a:r>
          </a:p>
          <a:p>
            <a:r>
              <a:rPr lang="en-GB" sz="1400" b="1" i="1" dirty="0"/>
              <a:t>Example:</a:t>
            </a:r>
            <a:endParaRPr lang="en-GB" sz="1400" dirty="0"/>
          </a:p>
          <a:p>
            <a:pPr lvl="1"/>
            <a:r>
              <a:rPr lang="en-GB" sz="1400" dirty="0"/>
              <a:t>Given a starting date of 31/01/2016 and the addition of 1 day, the application will output:</a:t>
            </a:r>
          </a:p>
          <a:p>
            <a:pPr lvl="1"/>
            <a:r>
              <a:rPr lang="en-GB" sz="1400" dirty="0"/>
              <a:t> </a:t>
            </a:r>
          </a:p>
          <a:p>
            <a:pPr lvl="1"/>
            <a:r>
              <a:rPr lang="en-GB" sz="1400" dirty="0"/>
              <a:t>New Date: 01/02/2016</a:t>
            </a:r>
          </a:p>
          <a:p>
            <a:endParaRPr lang="en-GB" sz="1400" dirty="0"/>
          </a:p>
          <a:p>
            <a:r>
              <a:rPr lang="en-GB" sz="1400" b="1" i="1" dirty="0"/>
              <a:t>Notes: </a:t>
            </a:r>
            <a:endParaRPr lang="en-GB" sz="1400" b="1" dirty="0"/>
          </a:p>
          <a:p>
            <a:r>
              <a:rPr lang="en-GB" sz="1400" dirty="0"/>
              <a:t>You must </a:t>
            </a:r>
            <a:r>
              <a:rPr lang="en-GB" sz="1400" b="1" dirty="0"/>
              <a:t>NOT</a:t>
            </a:r>
            <a:r>
              <a:rPr lang="en-GB" sz="1400" dirty="0"/>
              <a:t> use any date libraries or built in functions, such as those shipped with .NET or any third party date/time libraries.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C9CFAF-2B8F-1E4F-AE1B-8598E1F1EDC5}"/>
              </a:ext>
            </a:extLst>
          </p:cNvPr>
          <p:cNvSpPr txBox="1"/>
          <p:nvPr/>
        </p:nvSpPr>
        <p:spPr>
          <a:xfrm>
            <a:off x="677917" y="307868"/>
            <a:ext cx="21459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1"/>
                </a:solidFill>
              </a:rPr>
              <a:t>The Task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E2B302-22FA-774E-BCC5-79D1589FE9E2}"/>
              </a:ext>
            </a:extLst>
          </p:cNvPr>
          <p:cNvSpPr txBox="1"/>
          <p:nvPr/>
        </p:nvSpPr>
        <p:spPr>
          <a:xfrm>
            <a:off x="5539597" y="2633622"/>
            <a:ext cx="11128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OR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E8F51-CD9E-2D4B-BE6E-6358FEC67B29}"/>
              </a:ext>
            </a:extLst>
          </p:cNvPr>
          <p:cNvSpPr txBox="1"/>
          <p:nvPr/>
        </p:nvSpPr>
        <p:spPr>
          <a:xfrm>
            <a:off x="1899757" y="993337"/>
            <a:ext cx="1848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Option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5258F5-C7CE-E047-8A3A-769E5B2076E9}"/>
              </a:ext>
            </a:extLst>
          </p:cNvPr>
          <p:cNvSpPr txBox="1"/>
          <p:nvPr/>
        </p:nvSpPr>
        <p:spPr>
          <a:xfrm>
            <a:off x="8320624" y="993338"/>
            <a:ext cx="1832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Option B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977F04D-4E6E-FE47-9777-4A240D7FF136}"/>
              </a:ext>
            </a:extLst>
          </p:cNvPr>
          <p:cNvSpPr/>
          <p:nvPr/>
        </p:nvSpPr>
        <p:spPr>
          <a:xfrm>
            <a:off x="331144" y="5240937"/>
            <a:ext cx="11529712" cy="1496193"/>
          </a:xfrm>
          <a:prstGeom prst="roundRect">
            <a:avLst>
              <a:gd name="adj" fmla="val 9454"/>
            </a:avLst>
          </a:prstGeom>
          <a:solidFill>
            <a:srgbClr val="6425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GB" sz="1400" dirty="0"/>
              <a:t>Spend as much or little time as you prefer</a:t>
            </a:r>
            <a:r>
              <a:rPr lang="en-GB" sz="1400" dirty="0">
                <a:effectLst/>
              </a:rPr>
              <a:t>, we recommend no more than 2 hours.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Carefully consider the requirements,  apply best practices and be creative. Use of AI is </a:t>
            </a:r>
            <a:r>
              <a:rPr lang="en-GB" sz="1400"/>
              <a:t>permitted.</a:t>
            </a:r>
            <a:endParaRPr lang="en-GB" sz="1400" dirty="0"/>
          </a:p>
          <a:p>
            <a:pPr>
              <a:lnSpc>
                <a:spcPct val="150000"/>
              </a:lnSpc>
            </a:pPr>
            <a:r>
              <a:rPr lang="en-GB" sz="1400" dirty="0"/>
              <a:t>Once we receive your solution, we will be attempting to build and run it, so please include any instructions to help us accomplish this.</a:t>
            </a:r>
          </a:p>
          <a:p>
            <a:endParaRPr lang="en-GB" sz="1400" dirty="0"/>
          </a:p>
          <a:p>
            <a:r>
              <a:rPr lang="en-GB" sz="1400" dirty="0"/>
              <a:t>Once complete, please email us a GitHub link</a:t>
            </a:r>
          </a:p>
        </p:txBody>
      </p:sp>
    </p:spTree>
    <p:extLst>
      <p:ext uri="{BB962C8B-B14F-4D97-AF65-F5344CB8AC3E}">
        <p14:creationId xmlns:p14="http://schemas.microsoft.com/office/powerpoint/2010/main" val="1571700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e67623c-1932-42a6-9d24-6c359fe5ea71}" enabled="0" method="" siteId="{be67623c-1932-42a6-9d24-6c359fe5ea7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229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Harrison, Richard</dc:creator>
  <cp:lastModifiedBy>Harvey, James</cp:lastModifiedBy>
  <cp:revision>3</cp:revision>
  <dcterms:created xsi:type="dcterms:W3CDTF">2020-09-22T15:02:40Z</dcterms:created>
  <dcterms:modified xsi:type="dcterms:W3CDTF">2026-02-28T19:28:07Z</dcterms:modified>
</cp:coreProperties>
</file>